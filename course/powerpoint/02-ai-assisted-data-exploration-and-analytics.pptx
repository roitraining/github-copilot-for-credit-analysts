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437998"/>
            <a:ext cx="3146450" cy="571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56" y="6500470"/>
            <a:ext cx="1468526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6598" y="4131259"/>
            <a:ext cx="719358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180" b="1" dirty="0">
                <a:solidFill>
                  <a:srgbClr val="B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2180" dirty="0"/>
          </a:p>
        </p:txBody>
      </p:sp>
      <p:sp>
        <p:nvSpPr>
          <p:cNvPr id="8" name="Text 4"/>
          <p:cNvSpPr txBox="1"/>
          <p:nvPr/>
        </p:nvSpPr>
        <p:spPr>
          <a:xfrm>
            <a:off x="666598" y="4733849"/>
            <a:ext cx="10858500" cy="119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2: AI-Assisted Data Exploration and Analytics</a:t>
            </a:r>
            <a:endParaRPr lang="en-US" sz="3750" dirty="0"/>
          </a:p>
        </p:txBody>
      </p:sp>
      <p:sp>
        <p:nvSpPr>
          <p:cNvPr id="9" name="Text 5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6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7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32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2: Objectives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schema context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Copilot writes Python code without guessing column names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50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Copilot Chat and Inline Chat to generate code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table definitions to Copilot to generate SQL queries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legacy SAS blocks to Python using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scoped prompts,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0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comment-driven inline completions to build feature engineering pipelines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32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Data Profiling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619195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Charts with Copilot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SQL, SAS Migration Pipelines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32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Copilot the Schema, Not the Data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cannot see your DataFrame columns unless you put their names in context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187245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prompt “profile my credit data,” Copilot invents column names that fail at runtime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065069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short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or header sample and attach it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3943807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runnable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 while keeping real customer records out of the prompt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32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Ways to Generate Profiling Code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Text 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(TAB)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3517697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descriptive comment above a line in your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.py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3472"/>
            <a:ext cx="3517697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one check, such as a single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groupby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null count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09798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when the DataFrame is already in the file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298594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Chat (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CMD+I</a:t>
            </a:r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CTRL+I</a:t>
            </a:r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4299509" y="1857146"/>
            <a:ext cx="351769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existing DataFrame lines and press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CMD+I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(Mac) 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CTRL+I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(Windows)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4299509" y="2953512"/>
            <a:ext cx="35176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to add a column check or summary right in the editor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4299509" y="4047134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an inline diff you can Accept or Discard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8121701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Chat (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16" name="Text 13"/>
          <p:cNvSpPr txBox="1"/>
          <p:nvPr/>
        </p:nvSpPr>
        <p:spPr>
          <a:xfrm>
            <a:off x="8121701" y="1857146"/>
            <a:ext cx="3517697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Chat sidebar and attach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8121701" y="2633472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a reusable profiling module with multiple functions</a:t>
            </a:r>
            <a:endParaRPr lang="en-US" sz="1580" dirty="0"/>
          </a:p>
        </p:txBody>
      </p:sp>
      <p:sp>
        <p:nvSpPr>
          <p:cNvPr id="18" name="Text 15"/>
          <p:cNvSpPr txBox="1"/>
          <p:nvPr/>
        </p:nvSpPr>
        <p:spPr>
          <a:xfrm>
            <a:off x="8121701" y="3407054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when starting a brand-new script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1" name="Text 18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32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vs Strong Profiling Prompts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“Write a Python script to explore my credit card dataset and check for bad values.”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072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Leaves column names, library choice, and output format up to guesswork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04311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produces generic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df.describe()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boilerplate with made-up column names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Prompt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“Using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write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profile_accounts(df)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7130"/>
            <a:ext cx="5409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“Return a summary DataFrame with row count, null percent per column, and 5th, 50th, and 95th percentiles for numeric columns.”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729838"/>
            <a:ext cx="540959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“Add a separate function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flag_outliers(df)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returns rows where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utilization &gt; 1.0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delinquency_days &lt; 0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32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788006"/>
            <a:ext cx="11162995" cy="1238098"/>
          </a:xfrm>
          <a:prstGeom prst="roundRect">
            <a:avLst>
              <a:gd name="adj" fmla="val 613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217213"/>
            <a:ext cx="11162995" cy="1655064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217213"/>
            <a:ext cx="38405" cy="16550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Iterating on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groupby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 with Inline Chat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 working function, then use Inline Chat to add segmentation without rewriting the file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1814170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the function in VS Code, press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CMD+I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(Mac)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CTRL+I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(Windows), and state the exact grouping columns and metrics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629107" y="2940710"/>
            <a:ext cx="10858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Modify this function to group by risk_band and vintage_quarter.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Calculate account count, mean balance, and the share of rows where delinquency_days &gt;= 30.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Keep the existing null check unchanged.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6402" y="4016959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4331513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794199"/>
            <a:ext cx="1078260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Naming the function part to keep (“Keep the existing null check unchanged”) stops Copilot from deleting working code during an edit.</a:t>
            </a:r>
            <a:endParaRPr lang="en-US" sz="1730" dirty="0"/>
          </a:p>
        </p:txBody>
      </p:sp>
      <p:sp>
        <p:nvSpPr>
          <p:cNvPr id="16" name="Text 13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32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2457907"/>
          </a:xfrm>
          <a:prstGeom prst="roundRect">
            <a:avLst>
              <a:gd name="adj" fmla="val 3088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5159045"/>
            <a:ext cx="11162995" cy="1698955"/>
          </a:xfrm>
          <a:prstGeom prst="roundRect">
            <a:avLst>
              <a:gd name="adj" fmla="val 4467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Profiling a Dataset with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Schema Context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open your workspace folder and create a file named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these contents: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2062886"/>
            <a:ext cx="10858500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Credit Accounts Schema (sample_accounts.csv)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`account_id` (string): unique account identifier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`risk_band` (string): Prime, Near-Prime, or Subprime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`balance` (float): current balance in USD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`credit_limit` (float): credit limit in USD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`utilization` (float): ratio from 0.0 to 1.0 (may contain blanks)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`delinquency_days` (int): days past due (9999 indicates a data error)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435894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" y="4558284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Copilot Chat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mode),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run this prompt: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629107" y="5311750"/>
            <a:ext cx="10858500" cy="154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schema.md, create two files: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make_sample_data.py: generates sample_accounts.csv with 50 synthetic rows across all three risk_band values, including 4 blank utilization rows and 2 rows with delinquency_days = 9999.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profile_accounts.py: loads sample_accounts.csv with pandas and prints: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- Null count and null percentage for every column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- 5th, 50th, and 95th percentiles for balance and utilization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- Count of error rows where delinquency_days &gt; 365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- A groupby summary by risk_band showing account count and mean balance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32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Data Profiling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Charts with Copilot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619195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SQL, SAS Migration Pipelines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32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Parts of a Chart Prompt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32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156716"/>
            <a:ext cx="3594506" cy="3247949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6" name="Shape 4"/>
          <p:cNvSpPr/>
          <p:nvPr/>
        </p:nvSpPr>
        <p:spPr>
          <a:xfrm>
            <a:off x="4261104" y="1156716"/>
            <a:ext cx="3594506" cy="3247949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61104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8" name="Shape 6"/>
          <p:cNvSpPr/>
          <p:nvPr/>
        </p:nvSpPr>
        <p:spPr>
          <a:xfrm>
            <a:off x="8045806" y="1156716"/>
            <a:ext cx="3594506" cy="3247949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5806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Patterns for Common Analytics Plots</a:t>
            </a:r>
            <a:endParaRPr lang="en-US" sz="3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Multi-Line Trend Chart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1846174"/>
            <a:ext cx="3193999" cy="1254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library (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seaborn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the time column on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x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rate column on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hue="risk_band"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3214116"/>
            <a:ext cx="3193999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to sort the date axis and format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percentages.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4460443" y="1366114"/>
            <a:ext cx="3193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and Outlier Boxplot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60443" y="2211934"/>
            <a:ext cx="3193999" cy="94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a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seaborn.boxplot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x="risk_band"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y="utilization"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8" name="Text 15"/>
          <p:cNvSpPr txBox="1"/>
          <p:nvPr/>
        </p:nvSpPr>
        <p:spPr>
          <a:xfrm>
            <a:off x="4460443" y="3267151"/>
            <a:ext cx="3193999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Copilot to add a red dashed reference line at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y=1.0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ax.axhline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8245145" y="1366114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Heatmap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45145" y="1846174"/>
            <a:ext cx="3193999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Copilot to build a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pandas.pivot_table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first, then pass it to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sns.heatmap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80" dirty="0"/>
          </a:p>
        </p:txBody>
      </p:sp>
      <p:sp>
        <p:nvSpPr>
          <p:cNvPr id="21" name="Text 18"/>
          <p:cNvSpPr txBox="1"/>
          <p:nvPr/>
        </p:nvSpPr>
        <p:spPr>
          <a:xfrm>
            <a:off x="8245145" y="2897734"/>
            <a:ext cx="3193999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annot=True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fmt=".1%"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every cell displays its value clearly.</a:t>
            </a:r>
            <a:endParaRPr lang="en-US" sz="1580" dirty="0"/>
          </a:p>
        </p:txBody>
      </p:sp>
      <p:sp>
        <p:nvSpPr>
          <p:cNvPr id="22" name="Text 1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4" name="Text 2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32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9883" y="6409944"/>
            <a:ext cx="78181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61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Inline Chat to Tweak a Chart in Place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Pasting a whole script back into the Chat sidebar just to rotate labels wastes time and can alter your data prep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559406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only the plotting lines in the editor and press CMD+I (Mac) or CTRL+I (Windows)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437230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the exact visual adjustment and review the highlighted diff before pressing Accept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3083357" y="6409944"/>
            <a:ext cx="48764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9"/>
          <p:cNvSpPr txBox="1"/>
          <p:nvPr/>
        </p:nvSpPr>
        <p:spPr>
          <a:xfrm>
            <a:off x="11524183" y="6409944"/>
            <a:ext cx="5532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32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8054" y="6409944"/>
            <a:ext cx="78364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Chat vs Inline Chat for Plots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Copilot Chat Sidebar When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a brand-new plotting script from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637130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multiple charts into a new multi-panel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plt.subplots(1, 2)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layout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13455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Asking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a complex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matplotlib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formatting block does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Inline Chat (CMD+I / CTRL+I) When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Rotating overlapping x-axis date labels by 45 degrees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31068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horizontal threshold line or data callout to an existing axis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084271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 a color palette or moving a legend outside the plot box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3357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22354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32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402" y="2788920"/>
          <a:ext cx="11162995" cy="2095805"/>
        </p:xfrm>
        <a:graphic>
          <a:graphicData uri="http://schemas.openxmlformats.org/drawingml/2006/table">
            <a:tbl>
              <a:tblPr/>
              <a:tblGrid>
                <a:gridCol w="5581498"/>
                <a:gridCol w="5581498"/>
              </a:tblGrid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Problem You See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to Send Copilot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TypeError or ValueError traceback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/fix + paste the error line + “Cast perf_month to datetime before plotting.”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Overlapping x-axis labels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Select the plot block in Inline Chat: “Rotate x-axis labels 45 degrees and call plt.tight_layout().”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Blank window or script hangs in terminal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Inline Chat: “Save the figure to charts/delinquency_by_band.png with dpi=150 instead of plt.show().”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Fixing Broken Plot Code with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matplotlib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seaborn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often fail when column types are strings instead of dates or numbers, or when nulls break an axis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187245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failing plot block, open Chat, and pair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 traceback or visual symptom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1" name="Text 7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2" name="Text 8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of 32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788920"/>
            <a:ext cx="11162995" cy="1848002"/>
          </a:xfrm>
          <a:prstGeom prst="roundRect">
            <a:avLst>
              <a:gd name="adj" fmla="val 410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6306617"/>
            <a:ext cx="11162995" cy="551383"/>
          </a:xfrm>
          <a:prstGeom prst="roundRect">
            <a:avLst>
              <a:gd name="adj" fmla="val 13765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10798" y="6409944"/>
            <a:ext cx="78089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5090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Generating and Refining a Two-Panel Chart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open Copilot Chat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mode) and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profile_accounts.py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previous demo.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187245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this prompt to create a visualization script: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2940710"/>
            <a:ext cx="108585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schema.md, create plot_portfolio.py using matplotlib and seaborn.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Load sample_accounts.csv, filter out rows where delinquency_days &gt; 365, and create a 1x2 subplot figure (figsize 12x5):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Left panel: bar chart of account count by risk_band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Right panel: boxplot of utilization by risk_band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Save the figure to portfolio_summary.png and close the plot.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4627778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6402" y="4827118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python plot_portfolio.py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open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portfolio_summary.png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VS Code to inspect the chart.</a:t>
            </a:r>
            <a:endParaRPr lang="en-US" sz="1730" dirty="0"/>
          </a:p>
        </p:txBody>
      </p:sp>
      <p:sp>
        <p:nvSpPr>
          <p:cNvPr id="14" name="Text 11"/>
          <p:cNvSpPr txBox="1"/>
          <p:nvPr/>
        </p:nvSpPr>
        <p:spPr>
          <a:xfrm>
            <a:off x="476402" y="5332781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plot_portfolio.py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select the right-panel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boxplot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code, press CMD+I (Mac) or CTRL+I (Windows), and type:</a:t>
            </a:r>
            <a:endParaRPr lang="en-US" sz="1730" dirty="0"/>
          </a:p>
        </p:txBody>
      </p:sp>
      <p:sp>
        <p:nvSpPr>
          <p:cNvPr id="15" name="Text 12"/>
          <p:cNvSpPr txBox="1"/>
          <p:nvPr/>
        </p:nvSpPr>
        <p:spPr>
          <a:xfrm>
            <a:off x="629107" y="6459322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Add a horizontal red dashed line at y=0.80 labeled "High Utilization Threshold" and add data labels on top of the left panel bars.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83357" y="6409944"/>
            <a:ext cx="48774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525098" y="6409944"/>
            <a:ext cx="552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of 32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7140" y="6409944"/>
            <a:ext cx="78455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for Data Profiling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Charts with Copilot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SQL, SAS Migration Pipelines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619195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2442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32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17198" y="6409944"/>
            <a:ext cx="77449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7091" y="3552444"/>
            <a:ext cx="6541618" cy="265724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662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Table Definitions Before You Ask for SQL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0799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writes broken SQL when it has to guess table names, join keys, or SQL dialects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585570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a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schema.sql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with your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 TABLE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definitions in the project and attach it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schema.sql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2465222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target SQL dialect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PostgreSQL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Snowflake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T-SQL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Spark 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in the prompt so date functions work on the first run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152705" y="6409944"/>
            <a:ext cx="26663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3085186" y="6409944"/>
            <a:ext cx="488015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9"/>
          <p:cNvSpPr txBox="1"/>
          <p:nvPr/>
        </p:nvSpPr>
        <p:spPr>
          <a:xfrm>
            <a:off x="11531498" y="6409944"/>
            <a:ext cx="54589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32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2342"/>
            <a:ext cx="11162995" cy="1848002"/>
          </a:xfrm>
          <a:prstGeom prst="roundRect">
            <a:avLst>
              <a:gd name="adj" fmla="val 4107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320540"/>
            <a:ext cx="11162995" cy="2028139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320540"/>
            <a:ext cx="38405" cy="2028139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407140" y="6409944"/>
            <a:ext cx="78455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Copilot for Multi-Step SQL Queries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complex analytical SQL prompts into named Common Table Expressions (CTEs) so the generated query is easy to read and verify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2434133"/>
            <a:ext cx="108585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#file schema.sql, write a Snowflake SQL query with two CTEs: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active_accounts: filter monthly_performance to status != 'charged_off'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band_summary: group active_accounts by perf_month and risk_band, calculating account count and average 30-day delinquency rate (dpd &gt;= 30)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In the final SELECT, use LAG() over risk_band ordered by perf_month to show month-over-month delinquency change.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Do not invent columns not in schema.sql.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4121201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4434840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897526"/>
            <a:ext cx="10782605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 your target SQL dialect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(for example, “Default SQL dialect is Snowflake SQL; prefer CTEs over nested subqueries”) so you do not have to repeat it in every prompt.</a:t>
            </a:r>
            <a:endParaRPr lang="en-US" sz="173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2442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of 32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7140" y="6409944"/>
            <a:ext cx="78455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Legacy SAS in Three Copilot Steps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2442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32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4754"/>
            <a:ext cx="5410505" cy="2457907"/>
          </a:xfrm>
          <a:prstGeom prst="roundRect">
            <a:avLst>
              <a:gd name="adj" fmla="val 3088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6229807" y="1914754"/>
            <a:ext cx="5410505" cy="2457907"/>
          </a:xfrm>
          <a:prstGeom prst="roundRect">
            <a:avLst>
              <a:gd name="adj" fmla="val 3088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695444"/>
            <a:ext cx="11162995" cy="2028139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7" name="Shape 5"/>
          <p:cNvSpPr/>
          <p:nvPr/>
        </p:nvSpPr>
        <p:spPr>
          <a:xfrm>
            <a:off x="476402" y="4695444"/>
            <a:ext cx="38405" cy="2028139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8" name="Shape 6"/>
          <p:cNvSpPr/>
          <p:nvPr/>
        </p:nvSpPr>
        <p:spPr>
          <a:xfrm>
            <a:off x="11375136" y="6409944"/>
            <a:ext cx="816559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500470"/>
            <a:ext cx="1127455" cy="2670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 to Python: Explain First, Then Translate</a:t>
            </a:r>
            <a:endParaRPr lang="en-US" sz="330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SAS (</a:t>
            </a:r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roll_rate.sas</a:t>
            </a:r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9107" y="2066544"/>
            <a:ext cx="5105095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data acct_flags;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set credit.monthly_perf;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where status ne 'CHARGED_OFF';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util_ratio = balance / credit_limit;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if dpd &gt;= 30 then dlq_flag = 1;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else dlq_flag = 0;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run;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6402" y="4363517"/>
            <a:ext cx="541050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Two-Step Copilot Chat Sequence</a:t>
            </a:r>
            <a:endParaRPr lang="en-US" sz="1950" dirty="0"/>
          </a:p>
        </p:txBody>
      </p:sp>
      <p:sp>
        <p:nvSpPr>
          <p:cNvPr id="15" name="Text 12"/>
          <p:cNvSpPr txBox="1"/>
          <p:nvPr/>
        </p:nvSpPr>
        <p:spPr>
          <a:xfrm>
            <a:off x="6381598" y="2066544"/>
            <a:ext cx="5105095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Step 1: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 #file roll_rate.sas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List how SAS handles missing values in balance / credit_limit and in dpd &gt;= 30.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Step 2: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Translate #file roll_rate.sas into a pandas function build_acct_flags(df).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Ensure null dpd values produce dlq_flag = 0 (matching SAS where missing is less than 0), and add a docstring noting the SAS parity rules.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29807" y="4363517"/>
            <a:ext cx="541050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4809744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825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Important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273345"/>
            <a:ext cx="10782605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SAS, a missing numeric value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evaluates as less than any number, while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comparisons return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False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Asking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about missing values before translating catches this difference every time.</a:t>
            </a:r>
            <a:endParaRPr lang="en-US" sz="1730" dirty="0"/>
          </a:p>
        </p:txBody>
      </p:sp>
      <p:sp>
        <p:nvSpPr>
          <p:cNvPr id="19" name="Text 16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3075127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1" name="Text 18"/>
          <p:cNvSpPr txBox="1"/>
          <p:nvPr/>
        </p:nvSpPr>
        <p:spPr>
          <a:xfrm>
            <a:off x="11489436" y="6409944"/>
            <a:ext cx="587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32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9883" y="6409944"/>
            <a:ext cx="78181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111" y="3312871"/>
            <a:ext cx="6220663" cy="289773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61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Comment-Driven Code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0799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ghost text is often faster than the Chat 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5855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 function signature that includes type hints so Copilot knows you are working on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209123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numbered comment for each step in a function 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259689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ENTER after each comment, read the gray ghost text, and press TAB to accept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45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3357" y="6409944"/>
            <a:ext cx="48764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24183" y="6409944"/>
            <a:ext cx="5532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of 32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4754"/>
            <a:ext cx="5410505" cy="3676802"/>
          </a:xfrm>
          <a:prstGeom prst="roundRect">
            <a:avLst>
              <a:gd name="adj" fmla="val 2064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6229807" y="1914754"/>
            <a:ext cx="5410505" cy="4943246"/>
          </a:xfrm>
          <a:prstGeom prst="roundRect">
            <a:avLst>
              <a:gd name="adj" fmla="val 1535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11381537" y="6409944"/>
            <a:ext cx="81015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86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Type vs What Copilot Completes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Type (Comments Only)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629107" y="2066544"/>
            <a:ext cx="5105095" cy="3372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add_credit_features(df: pd.DataFrame) -&gt; pd.DataFrame: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out = df.copy()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1. utilization_ratio: balance / credit_limit;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   set to np.nan if credit_limit &lt;=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2. over_limit_flag: 1 if balance &gt; credit_limit else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return out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6402" y="5582412"/>
            <a:ext cx="541050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Pressing Tab (Completed Code)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6381598" y="2066544"/>
            <a:ext cx="5105095" cy="479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add_credit_features(df: pd.DataFrame) -&gt; pd.DataFrame: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out = df.copy()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1. utilization_ratio: balance / credit_limit;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   set to np.nan if credit_limit &lt;=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out["utilization_ratio"] = np.where(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out["credit_limit"] &gt; 0,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out["balance"] / out["credit_limit"],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np.nan,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2. over_limit_flag: 1 if balance &gt; credit_limit else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out["over_limit_flag"] = (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out["balance"] &gt; out["credit_limit"]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).astype(int)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return out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29807" y="6848856"/>
            <a:ext cx="541050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76042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495837" y="6409944"/>
            <a:ext cx="5815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of 32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2342"/>
            <a:ext cx="11162995" cy="4286707"/>
          </a:xfrm>
          <a:prstGeom prst="roundRect">
            <a:avLst>
              <a:gd name="adj" fmla="val 1770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8794" y="6409944"/>
            <a:ext cx="8129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Comment-Driven Feature Engineering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a new file named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features.py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type only the imports, function header, and comments below: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2435047"/>
            <a:ext cx="10858500" cy="39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import numpy as np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engineer_features(df: pd.DataFrame) -&gt; pd.DataFrame: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out = df.copy()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Calculate available_credit as credit_limit minus balance, floored at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Create is_delinquent_30 as 1 when delinquency_days &gt;= 30 and delinquency_days &lt;= 365, else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# Bucket utilization into 'Low' (&lt;0.3), 'Medium' (0.3 to 0.7), and 'High' (&gt;0.7) using np.select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return out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655990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6402" y="6759245"/>
            <a:ext cx="11162995" cy="98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your cursor on the blank line below the first comment, wait for Copilot’s gray ghost text, read it, and press TAB to accept.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27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3094" y="6409944"/>
            <a:ext cx="5843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32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965" y="6409944"/>
            <a:ext cx="81473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91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2: Hands-On Lab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</a:t>
            </a:r>
            <a:pPr algn="l" indent="0" marL="0">
              <a:lnSpc>
                <a:spcPts val="2930"/>
              </a:lnSpc>
              <a:buNone/>
            </a:pPr>
            <a:r>
              <a:rPr lang="en-US" sz="173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Copilot-Assisted Data Profiling and Hypothesis Generation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Time: 30 minutes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11491265" y="6409944"/>
            <a:ext cx="5861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of 32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2451" y="6409944"/>
            <a:ext cx="80924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0401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Learned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schema context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Copilot writes Python code without guessing column names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50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Prompted Copilot Chat and Inline Chat to generate code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 table definitions to Copilot to generate SQL queries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legacy SAS blocks to Python using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scoped prompts, and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20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comment-driven inline completions to build feature engineering pipelines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956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6751" y="6409944"/>
            <a:ext cx="5806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32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8794" y="6409944"/>
            <a:ext cx="8129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ask Copilot Chat to write a Python profiling script or SQL query, it keeps inventing column names that do not exist in your dataset. What is the best fix?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22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Paste 10,000 rows of real customer production data into the Chat window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863901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Attach a schema file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with the exact column names and types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55518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Repeatedly click Regenerate until Copilot guesses the right column names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04713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Turn off Copilot Chat and only use inline ghost text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27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3094" y="6409944"/>
            <a:ext cx="585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of 32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8852" y="6409944"/>
            <a:ext cx="80284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97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ask Copilot Chat to write a Python profiling script or SQL query, it keeps inventing column names that do not exist in your dataset. What is the best fix?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272284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Attach a schema file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 schema.sql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with the exact column names and types.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cannot guess column names that are not in its active context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742639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schema file gives Copilot exact names, types, and value ranges without exposing customer PII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62046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Regenerating without schema context just produces a different set of guessed names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907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7870" y="6409944"/>
            <a:ext cx="4867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03152" y="6409944"/>
            <a:ext cx="5751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of 32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7879" y="6409944"/>
            <a:ext cx="81381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have a working 60-line Python script that loads data and builds a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seaborn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chart. You only want to rotate the x-axis labels 45 degrees and add a horizontal reference line. Which Copilot workflow is best?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645359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Ask the Chat sidebar to rewrite the entire 60-line file from scratch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23697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Select just the plotting lines in the editor, press CMD+I or CTL+I for Inline Chat, and ask for those two changes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20075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Delete the plotting code and wait for ghost text to guess the new layout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7923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Copy the script into the Copilot mobile app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2179" y="6409944"/>
            <a:ext cx="585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of 32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8794" y="6409944"/>
            <a:ext cx="8129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have a working 60-line Python script that loads data and builds a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seaborn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chart. You only want to rotate the x-axis labels 45 degrees and add a horizontal reference line. Which Copilot workflow is best?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645359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just the plotting lines in the editor, press CMD+I or CTRL+I for Inline Chat, and ask for those two changes.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60913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Chat scopes the edit to your highlighted lines and shows a clean in-place diff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11480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loading and filtering above the selection stay untouched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62046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Regenerating the whole file in the sidebar risks breaking working code above or below the plot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6042" y="6409944"/>
            <a:ext cx="48627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93094" y="6409944"/>
            <a:ext cx="585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of 32</a:t>
            </a:r>
            <a:endParaRPr lang="en-US" sz="11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 of 3: Discussion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43100"/>
            <a:ext cx="5410505" cy="1862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needs to migrate a 400-line legacy SAS script with six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DATA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steps and two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PROC SQL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into Python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They paste the entire file into Copilot Chat with the prompt: “Convert this to Python.”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6229807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typically goes wrong when you ask Copilot to translate a 400-line SAS file in a single prompt?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2630729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they use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migrate the script safely?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3407054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SAS-to-pandas behavior differences should they explicitly mention in their prompt?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86693" y="6409944"/>
            <a:ext cx="5907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of 32</a:t>
            </a:r>
            <a:endParaRPr lang="en-US" sz="11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8054" y="6409944"/>
            <a:ext cx="78364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3: Discussion Points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75258"/>
            <a:ext cx="11162995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needs to migrate a 400-line legacy SAS script with six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DATA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steps and two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PROC SQL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into Python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They paste the entire file into Copilot Chat with the prompt: “Convert this to Python.”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808122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Answers Mention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413455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to map inputs, outputs, and macro variables before generating Python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4189781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one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DATA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step or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PROC SQL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 at a time into its own function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966106"/>
            <a:ext cx="540959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how SAS missing values (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evaluating as less than any number)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WHERE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IF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filtering should behave in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6068873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synthetic rows after each step to verify parity before moving to the next block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808122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413455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Accepting a 400-line one-shot translation because the Python syntax looks clean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229807" y="4187038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Ignoring how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comparisons in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pandas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differ from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comparisons in SAS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6229807" y="4963363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Skipping unit tests until all six steps are merged together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83357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522354" y="6409944"/>
            <a:ext cx="5559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of 32</a:t>
            </a:r>
            <a:endParaRPr lang="en-US" sz="11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8794" y="6409944"/>
            <a:ext cx="8129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701" y="1194206"/>
            <a:ext cx="5015484" cy="50154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76042" y="6409944"/>
            <a:ext cx="48627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493094" y="6409944"/>
            <a:ext cx="5843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of 32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Credit Analytics and Risk Modeling</dc:title>
  <dc:subject>GitHub Copilot for Credit Analytics and Risk Modeling</dc:subject>
  <dc:creator>ROI Training</dc:creator>
  <cp:lastModifiedBy>ROI Training</cp:lastModifiedBy>
  <cp:revision>1</cp:revision>
  <dcterms:created xsi:type="dcterms:W3CDTF">2026-10-21T17:09:03Z</dcterms:created>
  <dcterms:modified xsi:type="dcterms:W3CDTF">2026-10-21T17:09:03Z</dcterms:modified>
</cp:coreProperties>
</file>